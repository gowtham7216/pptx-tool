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SlideGuard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Accessibility and Integrity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First objective: analyze reading order</a:t>
            </a:r>
          </a:p>
          <a:p>
            <a:r>
              <a:t>- Second objective: protect visual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Footer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contains corporate footer branding.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WILEY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Compliance Metrics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WCAG 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WCAG 2.4.2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CCCCCC"/>
                </a:solidFill>
              </a:rPr>
              <a:t>Hard to read low contrast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Grouped Elements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SlideGuard Test Presentation</dc:title>
  <dc:subject/>
  <dc:creator>SlideGuard Test Suite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