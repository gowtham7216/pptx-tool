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/>
              </a:rPr>
              <a:t>Introduction to SlideGuard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/>
              </a:rPr>
              <a:t>Accessibility and Integrity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ph type="title"/>
          </p:nvPr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>
                <a:solidFill/>
              </a:rPr>
              <a:t>Key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>
                <a:solidFill/>
              </a:rPr>
              <a:t>- First objective: analyze reading order</a:t>
            </a:r>
          </a:p>
          <a:p>
            <a:pPr marL="457200" indent="-228600">
              <a:buChar char="-"/>
            </a:pPr>
            <a:r>
              <a:rPr>
                <a:solidFill/>
              </a:rPr>
              <a:t>Second objective: protect visual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ph type="title"/>
          </p:nvPr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>
                <a:solidFill/>
              </a:rPr>
              <a:t>Slide with Footer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>
                <a:solidFill/>
              </a:rPr>
              <a:t>This slide contains corporate footer branding.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>
                <a:solidFill/>
              </a:rPr>
              <a:t>WILEY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ph type="title"/>
          </p:nvPr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>
                <a:solidFill/>
              </a:rPr>
              <a:t>Compliance Metrics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WCAG 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WCAG 2.4.2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800">
                <a:solidFill>
                  <a:srgbClr val="CCCCCC"/>
                </a:solidFill>
              </a:rPr>
              <a:t>Hard to read low contrast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ph type="title"/>
          </p:nvPr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>
                <a:solidFill/>
              </a:rPr>
              <a:t>Grouped Elements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SlideGuard Test Presentation</dc:title>
  <dc:subject/>
  <dc:creator>SlideGuard Test Suite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